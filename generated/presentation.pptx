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Sex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Mak-AI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Definition of Sex</a:t>
            </a:r>
          </a:p>
          <a:p>
            <a:pPr/>
            <a:r>
              <a:t>Importance of Sex Education</a:t>
            </a:r>
          </a:p>
          <a:p>
            <a:pPr/>
            <a:r>
              <a:t>Myths and Misconceptions</a:t>
            </a:r>
          </a:p>
          <a:p>
            <a:pPr/>
            <a:r>
              <a:t>Setting Boundaries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Reproductive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Male Reproductive Organs</a:t>
            </a:r>
          </a:p>
          <a:p>
            <a:pPr/>
            <a:r>
              <a:t>Female Reproductive Organs</a:t>
            </a:r>
          </a:p>
          <a:p>
            <a:pPr/>
            <a:r>
              <a:t>Hormones and Their Roles</a:t>
            </a:r>
          </a:p>
          <a:p>
            <a:pPr/>
            <a:r>
              <a:t>Fertility and Conception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Sexually Transmitted Infections (STIs)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Types of STIs</a:t>
            </a:r>
          </a:p>
          <a:p>
            <a:pPr/>
            <a:r>
              <a:t>Causes and Symptoms</a:t>
            </a:r>
          </a:p>
          <a:p>
            <a:pPr/>
            <a:r>
              <a:t>Prevention Methods</a:t>
            </a:r>
          </a:p>
          <a:p>
            <a:pPr/>
            <a:r>
              <a:t>Treatment Options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Consent and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Understanding Consent</a:t>
            </a:r>
          </a:p>
          <a:p>
            <a:pPr/>
            <a:r>
              <a:t>Effective Communication</a:t>
            </a:r>
          </a:p>
          <a:p>
            <a:pPr/>
            <a:r>
              <a:t>Respecting Boundaries</a:t>
            </a:r>
          </a:p>
          <a:p>
            <a:pPr/>
            <a:r>
              <a:t>Building Healthy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Sexual Health and Wellness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Practicing Safe Sex</a:t>
            </a:r>
          </a:p>
          <a:p>
            <a:pPr/>
            <a:r>
              <a:t>Maintaining Good Hygiene</a:t>
            </a:r>
          </a:p>
          <a:p>
            <a:pPr/>
            <a:r>
              <a:t>Emotional and Mental Wellbeing</a:t>
            </a:r>
          </a:p>
          <a:p>
            <a:pPr/>
            <a:r>
              <a:t>Seeking Help and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
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The Journey of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91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23232"/>
                </a:solidFill>
                <a:latin typeface="Aptos"/>
              </a:defRPr>
            </a:pPr>
            <a:r>
              <a:t>Generated by Mak-AI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Life is a precious gift to humans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Filled with experiences and learning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Shaped by choices and circumstances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Involves growth, development, and evolution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Requires resilience and adaptability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Originates from birth and upbringing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Influenced by family, culture, and society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Comprises physical, emotional, and mental aspects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Impacted by relationships and interactions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Evokes emotions, thoughts, and feelings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Main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Purpose and meaning of life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Happiness and fulfillment strategies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Personal growth and self-improvement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Overcoming obstacles and challenges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Building strong relationships and connections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Uniqueness and individuality of each person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Diversity and complexity of human experiences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Importance of self-awareness and reflection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Role of goals, values, and motivation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Impact of lifestyle and well-being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Increased self-awareness and confidence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Improved mental and physical health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Stronger, more meaningful relationships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Greater sense of purpose and direction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Enhanced overall well-being and happiness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Facing and overcoming fears and doubts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Dealing with stress, anxiety, and uncertainty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Building resilience and coping mechanisms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Managing change and adapting to new situations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Maintaining a healthy work-life balance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Real-world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Applying life skills in personal and professional settings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Using experiences to inform decision-making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Developing emotional intelligence and empathy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Fostering a growth mindset and lifelong learning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Creating positive social impact and contribution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Future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Increased focus on mental health and wellness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Growing importance of technology and innovation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Shifting societal values and cultural norms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Evolution of work and career landscapes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Greater emphasis on sustainability and environmental awareness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Life is a complex, dynamic, and multifaceted journey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Characterized by growth, challenges, and opportunities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Requires self-awareness, resilience, and adaptability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Involves building strong relationships and connections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Ultimately, leads to personal fulfillment and happiness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2004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09728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22222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Embracing life's journey with curiosity and openness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Cultivating a growth mindset and positive attitude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Focusing on personal growth and self-improvement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Nurturing meaningful relationships and connections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Aptos"/>
              </a:defRPr>
            </a:pPr>
            <a:r>
              <a:t>• Striving for happiness, fulfillment, and purpose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